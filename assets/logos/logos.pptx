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61" d="100"/>
          <a:sy n="161" d="100"/>
        </p:scale>
        <p:origin x="784" y="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8220"/>
            <a:ext cx="270510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0350" y="48225"/>
            <a:ext cx="270510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l="15832" b="75445"/>
          <a:stretch/>
        </p:blipFill>
        <p:spPr>
          <a:xfrm>
            <a:off x="3558475" y="504775"/>
            <a:ext cx="2186975" cy="59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 rotWithShape="1">
          <a:blip r:embed="rId4">
            <a:alphaModFix/>
          </a:blip>
          <a:srcRect l="9692" t="13311" r="9271" b="29634"/>
          <a:stretch/>
        </p:blipFill>
        <p:spPr>
          <a:xfrm>
            <a:off x="3531656" y="445921"/>
            <a:ext cx="2051450" cy="82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84270"/>
            <a:ext cx="270510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 rotWithShape="1">
          <a:blip r:embed="rId4">
            <a:alphaModFix/>
          </a:blip>
          <a:srcRect l="9692" t="13311" r="9271" b="29634"/>
          <a:stretch/>
        </p:blipFill>
        <p:spPr>
          <a:xfrm>
            <a:off x="11224700" y="2833026"/>
            <a:ext cx="2051450" cy="82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/>
          <p:cNvPicPr preferRelativeResize="0"/>
          <p:nvPr/>
        </p:nvPicPr>
        <p:blipFill rotWithShape="1">
          <a:blip r:embed="rId3">
            <a:alphaModFix/>
          </a:blip>
          <a:srcRect l="15832" b="75445"/>
          <a:stretch/>
        </p:blipFill>
        <p:spPr>
          <a:xfrm>
            <a:off x="590700" y="2240795"/>
            <a:ext cx="2186975" cy="59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 title="eichiiiwork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40350" y="1782200"/>
            <a:ext cx="270510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 title="emotio.png"/>
          <p:cNvPicPr preferRelativeResize="0"/>
          <p:nvPr/>
        </p:nvPicPr>
        <p:blipFill rotWithShape="1">
          <a:blip r:embed="rId6">
            <a:alphaModFix/>
          </a:blip>
          <a:srcRect t="32671" b="30270"/>
          <a:stretch/>
        </p:blipFill>
        <p:spPr>
          <a:xfrm>
            <a:off x="876450" y="2335720"/>
            <a:ext cx="1341975" cy="49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388" y="3475322"/>
            <a:ext cx="270510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3"/>
          <p:cNvPicPr preferRelativeResize="0"/>
          <p:nvPr/>
        </p:nvPicPr>
        <p:blipFill rotWithShape="1">
          <a:blip r:embed="rId3">
            <a:alphaModFix/>
          </a:blip>
          <a:srcRect l="15831" r="5833" b="75445"/>
          <a:stretch>
            <a:fillRect/>
          </a:stretch>
        </p:blipFill>
        <p:spPr>
          <a:xfrm>
            <a:off x="590687" y="3931847"/>
            <a:ext cx="2101131" cy="59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 title="cocoroir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5793" y="3949125"/>
            <a:ext cx="2003746" cy="59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0338" y="3456641"/>
            <a:ext cx="270510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3"/>
          <p:cNvPicPr preferRelativeResize="0"/>
          <p:nvPr/>
        </p:nvPicPr>
        <p:blipFill rotWithShape="1">
          <a:blip r:embed="rId3">
            <a:alphaModFix/>
          </a:blip>
          <a:srcRect l="15832" b="75445"/>
          <a:stretch/>
        </p:blipFill>
        <p:spPr>
          <a:xfrm>
            <a:off x="3478638" y="3913166"/>
            <a:ext cx="2186975" cy="59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66359" y="4037815"/>
            <a:ext cx="2186976" cy="480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8288" y="57166"/>
            <a:ext cx="270510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3"/>
          <p:cNvPicPr preferRelativeResize="0"/>
          <p:nvPr/>
        </p:nvPicPr>
        <p:blipFill rotWithShape="1">
          <a:blip r:embed="rId3">
            <a:alphaModFix/>
          </a:blip>
          <a:srcRect l="15832" b="75445"/>
          <a:stretch/>
        </p:blipFill>
        <p:spPr>
          <a:xfrm>
            <a:off x="6366588" y="513691"/>
            <a:ext cx="2186975" cy="59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32614" y="510346"/>
            <a:ext cx="1567207" cy="68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画面に合わせる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3" baseType="lpstr">
      <vt:lpstr>Arial</vt:lpstr>
      <vt:lpstr>Simple Light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MASANORI FUSHIMI</cp:lastModifiedBy>
  <cp:revision>1</cp:revision>
  <dcterms:modified xsi:type="dcterms:W3CDTF">2026-03-03T09:48:05Z</dcterms:modified>
</cp:coreProperties>
</file>